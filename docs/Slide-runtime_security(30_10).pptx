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EU_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trúc bài trình bày (tiến độ 23/10 – 30/10/2026, theo bản luận văn)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097280"/>
            <a:ext cx="1088136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Tuần này: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các lượt live và job, luận văn LaTeX 8 chương (62 trang)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Bài toán, mục tiêu, 6 câu hỏi nghiên cứu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Thiết kế: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kiến trúc, chính sách có chiết khấu theo replica, tripwire, đường cảnh báo, RCA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Đánh giá theo câu hỏi nghiên cứu: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 lượt live, hệ thống cuối, feature, luật, process vô hại, gánh cảnh báo, RCA, chi phí, LID-DS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Đọc đúng các con số: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overfitting, độ phủ 5 kịch bản, 5 chế độ tải, ADFA-LD, binary vô hại 89,5%, precision 1:1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Giới hạn, kết luận, hướng giảm gắn cờ binary vô hại, việc tiếp theo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quan tuần – các lượt chạy và job</a:t>
            </a:r>
            <a:endParaRPr lang="en-US" sz="2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05156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3291840"/>
                <a:gridCol w="28346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Lượt / job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Thời gian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Cấu hình chính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Kết quả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pulse-stable-confirm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23–24/10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 stable cũ: CUSUM chặn trần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Không đạt: control 5,8%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pulse-peer-discount-confirm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24–25/10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k2of2 α×5 + chiết khấu replica 30 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Đạt (≤ 3 s) → ML stable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pulse-final-system-confirm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25–26/10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 đóng băng + tripwire trong worker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Đạt 4/4, p95 1,97 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app-overhead-ab (G7)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29/10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Probe bật/tắt theo block 5 phút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p95 request +3–8%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LID-DS 2021 v1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29/10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Offline, tham số lấy nguyên từ live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 / báo nhầm 3,0%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pulse-live-recal-confirm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29/10 16:16 → 30/10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calibration làm mới mỗi giờ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Đang chạy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13816" y="3374136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Luận văn: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bản LaTeX đủ 8 chương, 62 trang; số liệu được kiểm tự động với biên nhận (54/54 câu)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Nguyên tắc giữ nguyên: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protocol và luật chọn commit trước khi đọc dữ liệu; không job nặng nào chạy cùng lượt live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toán, mục tiêu và câu hỏi nghiên cứu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051560"/>
          <a:ext cx="1088136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3093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Kỳ vọng (đặt trước mọi lượt live)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Ngưỡng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 / Recall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95% / ≥ 95%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Tỉ lệ control idle bị báo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p95 độ trễ kernel → cảnh báo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2 s ưu tiên, ≤ 3 s chấp nhận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Gánh cảnh báo trên normal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thấp nhất có thể; ngân sách 0,1 đợt/replica-giờ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13816" y="278892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Khoảng trống:</a:t>
            </a: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HIDS syscall thường đánh giá offline; hiếm khi đo độ trễ tới người nhận, gánh cảnh báo trên tải thật, khả năng tách tấn công khỏi process vô hại mới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</a:t>
            </a: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đủ 4 kỳ vọng trên cụm thật? </a:t>
            </a: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</a:t>
            </a: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 nào mang tín hiệu? </a:t>
            </a: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</a:t>
            </a: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giảm được gánh cảnh báo?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RQ4</a:t>
            </a: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tách được process vô hại mới; luật đơn giản có bù không? </a:t>
            </a: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RQ5</a:t>
            </a: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RCA chỉ ra process gây ra? </a:t>
            </a: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RQ6</a:t>
            </a: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chi phí cho syscall và request?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– kiến trúc hệ thống cuối (ML + tripwire A1)</a:t>
            </a:r>
            <a:endParaRPr lang="en-US" sz="2200" dirty="0"/>
          </a:p>
        </p:txBody>
      </p:sp>
      <p:pic>
        <p:nvPicPr>
          <p:cNvPr id="3" name="Image 0" descr="/home/tndat/Downloads/eBPF-project/thesis/figure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005840"/>
            <a:ext cx="6766560" cy="341034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818120" y="1005840"/>
            <a:ext cx="38862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249 feature / 0,5 s: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29 syscall tường minh, 5 tổng hợp, 64 bin syscall, 64 bin cặp syscall, trượt 10 cửa sổ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theo workload: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ExtraTrees + nhánh support → p-value conformal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Chính sách: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k2of2 α×5; bỏ bằng chứng nếu replica khác đã thấy mọi syscall trong 30 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Tripwire A1: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syscall ngoài tham chiếu 90 phút và ngoài tập exec E (59 ID)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Cảnh báo: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push thẳng vào Alertmanager; RCA dựng cây từ Tetragon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813816" y="45720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đe dọa: kẻ tấn công đã chạy code trong container (sau xâm nhập), khởi chạy process mới và thử thao tác namespace, ptrace, exec, mprotect, seccomp. Ngoài phạm vi: initial access qua ứng dụng, tấn công mọi replica cùng lúc, kẻ tấn công chỉ dùng syscall có sẵn.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Phương pháp đánh giá – campaign live có đăng ký trước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051560"/>
          <a:ext cx="108813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223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Kịch bản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Hành vi (an toàn: chỉ ảnh hưởng chính process hoặc chắc chắn thất bại)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child_ptrace_handshake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 con gọi ptrace(PTRACE_TRACEME)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invalid_setns_burst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setns với fd -1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execveat_resolution_probe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execveat tới file không tồn tại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anonymous_mprotect_churn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đổi quyền đọc / đọc–ghi của trang nhớ ẩn danh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seccomp_api_probe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seccomp với mã thao tác không hợp lệ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13816" y="2926080"/>
            <a:ext cx="10881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(15 s mỗi đoạn, cùng container):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control idle → binary vô hại (kubectl exec, chỉ gọi getpid) → tấn công lặp theo tốc độ đăng ký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mô: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21 workload × 5 kịch bản × 3 tốc độ (6, 12, 24/s) = 315 trial tập chính; thêm 1 và 3/s → 525 trial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số: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recall; control dương; precision 1:1 = TP/(TP + control dương); binary vô hại báo riêng; p95 kernel → cảnh báo; gánh = đợt/replica-giờ normal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vs blind: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chỉ kết quả trên campaign mới, cấu hình đóng băng mới dùng để kết luận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 – Sáu lượt live (phần ML, tập chính)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051560"/>
          <a:ext cx="10881360" cy="914400"/>
        </p:xfrm>
        <a:graphic>
          <a:graphicData uri="http://schemas.openxmlformats.org/drawingml/2006/table">
            <a:tbl>
              <a:tblPr/>
              <a:tblGrid>
                <a:gridCol w="2675744"/>
                <a:gridCol w="2675744"/>
                <a:gridCol w="1159489"/>
                <a:gridCol w="1070298"/>
                <a:gridCol w="1070298"/>
                <a:gridCol w="1248681"/>
                <a:gridCol w="981106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Lượt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Luật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vô hại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p95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live-recalibrated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cửa sổ, α×3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89,1%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1,90 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stable-candidate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k2of2, α×10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97,8%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8,4%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1,85 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stable-refreshed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calibration mới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96,0%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94,1%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2,26 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stable-confirm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CUSUM chặn trần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94,6%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95,1%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2,53 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peer-discount-confirm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k2of2 α×5 + replica 30 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98,7%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98,7%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86,1%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2,88 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final-system-confirm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như trên (ML)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99,4%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99,4%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2,38 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/tmp/claude-1000/-home-tndat-Downloads-eBPF-project/d1d13a88-05e8-4b39-9713-6ed9238ff484/scratchpad/fig/vi/live-runs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3282696"/>
            <a:ext cx="10881360" cy="2491831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13816" y="5865967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k2of2 hạ control; calibration làm mới đưa precision lên 96%; chiết khấu theo replica hạ control xuống 1,3% và gánh xuống 1,69 đợt/replica-giờ. CUSUM chặn trần trượt ở lượt xác nhận nên bị thay theo luật.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cuối chạy live (pulse-final-system-confirm, 25–26/10)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051560"/>
          <a:ext cx="108813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560320"/>
                <a:gridCol w="2743200"/>
                <a:gridCol w="22860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Chỉ số (tập chính)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Kỳ vọng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 + tripwire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Chỉ ML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95%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99,4% (313/315)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99,4%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95%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99,4%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99,4%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idle dương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5%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0,6% (2/314)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p95 kernel → cảnh báo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3 s (ưu tiên &lt; 2 s)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1,97 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2,25 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vô hại bị gắn cờ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báo kèm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89,5% (282/315)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89,5%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13816" y="3081528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Tripwire: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p95 nhanh hơn; recall mọi tốc độ 93,5% → 96,4%; gánh chỉ +0,049 đợt/replica-giờ (1,50 → 1,55)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cài đặt: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tripwire live = offline trên 10,4 triệu cửa sổ (0 lệch); preview ML khớp 99,9999%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Tới người nhận (push Alertmanager):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497/525 trial, p50 0,61 s, p95 2,31 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Tấn công chậm: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recall ML 79,0% ở 1/s, 90,2% ở 3/s, 99–100% ở 6–24/s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 – Syscall và nhóm feature nào mang tín hiệu (development)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051560"/>
          <a:ext cx="108813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5669280"/>
                <a:gridCol w="19202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Thay đổi so với base29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Kết quả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Quyết định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Bỏ cặp execve/execveat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 −6,7 đến −10,6 điểm (execveat 100% → 49–66%)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Giữ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Thêm syscall theo tần suất / 15 syscall hiếm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Không tăng recall; top-k làm p95 lên 2,9–3,1 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Không thêm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Mọi ID syscall (~300 feature)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 +6–8 điểm nhưng binary vô hại 96–100%, p95 5,0 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Không dùng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Bỏ nhánh support / nhánh tree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 −28,2 / −5,2 điểm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Giữ cả hai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Chỉ giữ bin; bỏ 5 tổng hợp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 −13 điểm; p95 +0,26–0,35 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Giữ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13816" y="3081528"/>
            <a:ext cx="10881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693 model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(21 workload × 11 cấu hình × 3 seed), so ở cùng ngân sách cảnh báo; kết luận không đổi dưới k2of2 và CUSUM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syscall hiếm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(ptrace, setns, execveat, mount, unshare, pivot_root, recvmmsg) bằng 0 trên 185 triệu lượt gọi normal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yếu chung: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mprotect, seccomp (70–83% ở ngân sách chặt); đổi bộ syscall không sửa được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RQ4 – Có và không có luật (dữ liệu blind, pulse-peer-discount-confirm)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05156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188720"/>
                <a:gridCol w="1737360"/>
                <a:gridCol w="1188720"/>
                <a:gridCol w="1280160"/>
                <a:gridCol w="1097280"/>
                <a:gridCol w="16459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Nhánh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 mọi tốc độ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p95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Đợt/replica-giờ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A: chỉ ML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98,7%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94,5%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98,7%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2,91 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B1: ML + Falco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98,7%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95,2%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97,2%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2,48 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B2: ML + tripwire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98,7%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96,6%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98,4%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2,44 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B3: ML rồi lọc probe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98,7%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94,5%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98,7%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5,90 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Tất cả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98,7%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96,6%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96,9%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4,82 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13816" y="3081528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luật nào tăng recall ở tập chính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Falco mặc định: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+79% gánh, gần hết từ một luật ("Unexpected connection to K8s API Server") trên một workload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Lọc probe: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−23% gánh nhưng phải chờ case RCA → p95 5,90 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+ tripwire: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giữ mọi chỉ số ML, nhanh hơn 0,47 s, gần như không thêm gánh → chủ đồ án chọn làm hệ thống cuối (25/10)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RQ4 – Tách tấn công khỏi process vô hại mới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051560"/>
          <a:ext cx="10881360" cy="914400"/>
        </p:xfrm>
        <a:graphic>
          <a:graphicData uri="http://schemas.openxmlformats.org/drawingml/2006/table">
            <a:tbl>
              <a:tblPr/>
              <a:tblGrid>
                <a:gridCol w="3939803"/>
                <a:gridCol w="1313268"/>
                <a:gridCol w="1688487"/>
                <a:gridCol w="1313268"/>
                <a:gridCol w="1313268"/>
                <a:gridCol w="1313268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Bộ chấm (development, ngân sách 1)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vô hại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Tách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p95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Pulse (base29)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98,3%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0,188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2,79 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Autoencoder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99,3%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0,007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1,09 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Hồ sơ tần suất kiểu BoSC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63,1%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0,469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6,25 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Isolation Forest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0,011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8,80 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13816" y="2788920"/>
            <a:ext cx="10881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 tần suất phát hiện sự mới lạ: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binary vô hại bị gắn cờ 80,7–95,1% qua 6 lượt live; autoencoder gần 100%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Lặp lại trên dữ liệu mới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(Holm, 24 so sánh): không baseline nào thay được base29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Tripwire tách được lớp syscall hiếm: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ptrace, setns, execveat 100%, binary vô hại 0%; mprotect, seccomp chỉ còn tín hiệu tần suất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Đóng góp của Pulse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nằm ở khung đánh giá vận hành và tripwire, không ở bản thân bộ chấm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 – Gánh cảnh báo trên normal</a:t>
            </a:r>
            <a:endParaRPr lang="en-US" sz="2200" dirty="0"/>
          </a:p>
        </p:txBody>
      </p:sp>
      <p:pic>
        <p:nvPicPr>
          <p:cNvPr id="3" name="Image 0" descr="/tmp/claude-1000/-home-tndat-Downloads-eBPF-project/d1d13a88-05e8-4b39-9713-6ed9238ff484/scratchpad/fig/vi/burden-lev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005840"/>
            <a:ext cx="5760720" cy="350827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12280" y="1005840"/>
            <a:ext cx="48920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6,74 → khoảng 1,5 đợt/replica-giờ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mà recall vẫn ≥ 95%; vẫn gấp khoảng 15 lần ngân sách 0,1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2.900 đợt/ngày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với khoảng 80 container (1,5 × 80 × 24)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thử: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luật dừng (58 chính sách) đánh đổi gánh với độ trễ; calibration từ tài liệu không thắng trong 24 giờ sau làm mới; chiết khấu theo replica đạt blind rồi live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Còn lại là benign trigger: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57,9% case normal trùng exec (probe Kubernetes); một replica Kafka lệch hệ thống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RQ5 – Truy nguyên nguyên nhân (RCA)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05156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1920240"/>
                <a:gridCol w="1920240"/>
                <a:gridCol w="19202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Lượt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Tấn công có case riêng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Gộp sau case vô hại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Top-1 / top-3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Cảnh báo → case p95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stable-confirm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86,9% (456/525)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99,8% / 99,8%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 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peer-discount-confirm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87,6% (459/524)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99,8% / 100%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2,59 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final-system-confirm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89,3% (469/525)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14,1% / 100%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2,67 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13816" y="2496312"/>
            <a:ext cx="10881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Top-1 14,1% là phát hiện: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trước đây hai binary chung đường dẫn nên top-1 bị thổi phồng; nay binary vô hại có tên riêng, hai binary bằng điểm 6 và luật cũ phá hoà theo bảng chữ cái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 hoà theo thời điểm khởi chạy: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top-1 100% (469/469) trên cùng lượt (development); kiểm blind đã đăng ký trên lượt đang chạy. Campaign luôn chạy binary vô hại trước, nên luật mới thắng một phần nhờ thiết kế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tấn công không có case riêng: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25 bị từ chối ở bước kiểm exec; đã bật ghi vết thời điểm nhận exec để kiểm giả thuyết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RQ6 – Chi phí: syscall và request của ứng dụng thật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051560"/>
          <a:ext cx="108813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377440"/>
                <a:gridCol w="2377440"/>
                <a:gridCol w="28346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Microbenchmark (1 worker)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ns/op không probe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Thêm khi theo dõi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ns mỗi syscall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getpid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 4 KB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1.531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~253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+ close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+9,4%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~451 (2 syscall)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mmap + munmap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11.378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~400 (2 syscall)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560320"/>
                <a:gridCol w="1645920"/>
                <a:gridCol w="1645920"/>
                <a:gridCol w="17373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Endpoint AIMS (G7, 12 vòng)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p95 không / có probe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 p95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 p50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p50 thêm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11,5 / 12,1 ms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0,04 ms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/api/health/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25,1 / 24,3 ms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+3,1%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0,14 ms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/api/products/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306,4 / 318,2 ms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+8,1%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5,9 ms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/api/products/?page=1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309,3 / 320,4 ms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5,3 ms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813816" y="42062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Luật đăng ký trước: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chỉ được nói "dưới 5%" khi cả 4 endpoint đủ chắc → không đạt, nên không nói "dưới 5%"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CPU: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loader 0,016–0,041 core/worker; worker chấm điểm 13–31% một core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công khai LID-DS 2021 (15 lỗ hổng thật, tham số lấy nguyên từ live)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051560"/>
          <a:ext cx="108813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645920"/>
                <a:gridCol w="2651760"/>
                <a:gridCol w="1645920"/>
                <a:gridCol w="16459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Nhánh (gộp 15 kịch bản)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Phát hiện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Bản ghi normal bị báo nhầm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Đợt/giờ normal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p50 / p95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63,6%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1,33 / 4,13 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Tripwire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63,5%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0,79 / 2,94 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Hệ thống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0,77 / 2,71 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STIDE (n = 7, không ngưỡng)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60,8%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59,95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0,37 / 1,44 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13816" y="2788920"/>
            <a:ext cx="10881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Mạnh: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100% ở 9/15 kịch bản, báo nhầm 1,0–2,6%; tripwire bù chỗ ML yếu (CVE-2018-3760: 4,1% → 100%)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Yếu: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exploit chạy trong process của dịch vụ: Heartbleed 5,8%, ZipSlip 3,4%, CVE-2019-5418 16,7%; 407/412 bản ghi bỏ sót chỉ đổi dữ liệu (đường dẫn, số byte, errno)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với số đã công bố: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STIDE của tác giả dataset 0,59 (trung bình theo kịch bản); hệ thống 0,77 cùng cách tính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đăng ký: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v2 (tham số, errno, số byte, chuỗi 7 syscall); xác nhận độc lập trên CB-DS và LID-DS 2019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đúng các con số (1) – overfitting, 5 kịch bản, 5 chế độ tải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051560"/>
            <a:ext cx="10881360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Overfitting?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chỉ học normal, không có cửa sổ tấn công trong fit hay calibration</a:t>
            </a:r>
            <a:endParaRPr lang="en-US" sz="1500" dirty="0"/>
          </a:p>
          <a:p>
            <a:pPr lvl="1" marL="457200" indent="-228600">
              <a:spcAft>
                <a:spcPts val="800"/>
              </a:spcAft>
              <a:buSzPct val="100000"/>
              <a:buChar char="◦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Chính sách (α, k-of-n, chiết khấu, tập exec E) được chọn trên các lượt có cùng 5 kịch bản → kịch bản đã "lộ"</a:t>
            </a:r>
            <a:endParaRPr lang="en-US" sz="1500" dirty="0"/>
          </a:p>
          <a:p>
            <a:pPr lvl="1" marL="457200" indent="-228600">
              <a:spcAft>
                <a:spcPts val="800"/>
              </a:spcAft>
              <a:buSzPct val="100000"/>
              <a:buChar char="◦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Chống khớp vào dữ liệu: cấu hình đóng băng, protocol trước, campaign mới; lặp lại 98,7% → 99,4%; một lượt xác nhận đã trượt và được báo đúng</a:t>
            </a:r>
            <a:endParaRPr lang="en-US" sz="1500" dirty="0"/>
          </a:p>
          <a:p>
            <a:pPr lvl="1" marL="457200" indent="-228600">
              <a:spcAft>
                <a:spcPts val="800"/>
              </a:spcAft>
              <a:buSzPct val="100000"/>
              <a:buChar char="◦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chứng minh tổng quát sang loại tấn công mới: LID-DS 77,3% là ước lượng khoảng cách đó; CB-DS, LID-DS 2019 kiểm tiếp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kịch bản tối ưu, đủ bao quát?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Không có bằng chứng tối ưu; chọn theo an toàn và theo lớp syscall thoát container. ATT&amp;CK chỉ phủ một phần (không có initial access, persistence, credential, discovery, lateral, impact)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chế độ tải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(steady, toolmix, peak, burst, recovery): dùng khi thu normal để fit (cả selection và holdout) và trong 90 phút pha chọn của mỗi lượt live (dựng tham chiếu tripwire, baseline RCA); campaign chạy ở steady → gánh dưới tải biến động có thể cao hơn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ADFA-LD?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Mỗi trace chỉ là chuỗi số hiệu syscall: không thời điểm, không thread, không tham số, không container (Ubuntu 11.04) → không dựng được cửa sổ 0,5 s và không đo được độ trễ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đúng các con số (2) – binary vô hại 89,5%, recall, precision 1:1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051560"/>
            <a:ext cx="10881360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vô hại 89,5% (282/315):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process chỉ gọi getpid, chạy qua đúng kubectl exec, vẫn bị báo → tín hiệu chủ yếu đến từ việc khởi chạy process (execve, nạp thư viện)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99,4% là cận trên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cho tấn công đi vào qua exec, đúng như luận văn viết. Nhưng tín hiệu không chỉ là exec (mô tả, post hoc):</a:t>
            </a:r>
            <a:endParaRPr lang="en-US" sz="1500" dirty="0"/>
          </a:p>
          <a:p>
            <a:pPr lvl="1" marL="457200" indent="-228600">
              <a:spcAft>
                <a:spcPts val="800"/>
              </a:spcAft>
              <a:buSzPct val="100000"/>
              <a:buChar char="◦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trial mà binary vô hại không bị gắn cờ: tấn công vẫn bị bắt cả 30</a:t>
            </a:r>
            <a:endParaRPr lang="en-US" sz="1500" dirty="0"/>
          </a:p>
          <a:p>
            <a:pPr lvl="1" marL="457200" indent="-228600">
              <a:spcAft>
                <a:spcPts val="800"/>
              </a:spcAft>
              <a:buSzPct val="100000"/>
              <a:buChar char="◦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Tấn công giữ cảnh báo ở trung bình 75% cửa sổ của đoạn, binary vô hại 30%</a:t>
            </a:r>
            <a:endParaRPr lang="en-US" sz="1500" dirty="0"/>
          </a:p>
          <a:p>
            <a:pPr lvl="1" marL="457200" indent="-228600">
              <a:spcAft>
                <a:spcPts val="800"/>
              </a:spcAft>
              <a:buSzPct val="100000"/>
              <a:buChar char="◦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biết: recall khi tấn công không sinh process mới (LID-DS: Heartbleed 5,8%, ZipSlip 3,4%)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99,4% không dùng làm bằng chứng vận hành: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1:1 với control idle</a:t>
            </a:r>
            <a:endParaRPr lang="en-US" sz="1500" dirty="0"/>
          </a:p>
          <a:p>
            <a:pPr lvl="1" marL="457200" indent="-228600">
              <a:spcAft>
                <a:spcPts val="800"/>
              </a:spcAft>
              <a:buSzPct val="100000"/>
              <a:buChar char="◦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 binary vô hại là âm tính: 313 / (313 + 282) = 52,6%</a:t>
            </a:r>
            <a:endParaRPr lang="en-US" sz="1500" dirty="0"/>
          </a:p>
          <a:p>
            <a:pPr lvl="1" marL="457200" indent="-228600">
              <a:spcAft>
                <a:spcPts val="800"/>
              </a:spcAft>
              <a:buSzPct val="100000"/>
              <a:buChar char="◦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Ngoài đời: ≈ 120 đợt/giờ trên 80 container; 1 tấn công/ngày → precision theo đợt cỡ 0,03% (ước tính; ngụy biện tỉ lệ nền, Axelsson 2000)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số vận hành là gánh cảnh báo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giới hạn chính của luận văn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 theo câu hỏi nghiên cứu</a:t>
            </a:r>
            <a:endParaRPr lang="en-US" sz="2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05156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955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Câu hỏi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Trả lời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RQ1: 4 kỳ vọng trên cụm thật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Có: 99,4% / 99,4% / 0,6% / p95 1,97 s. LID-DS: 77,3%, yếu ở exploit trong process dịch vụ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RQ2: feature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Cặp exec, kênh syscall tường minh, 5 tổng hợp, cả hai nhánh p-value; thêm syscall không giúp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RQ3: gánh cảnh báo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Một phần: 6,74 → 1,5 đợt/replica-giờ, còn gấp 15 lần ngân sách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RQ4: process vô hại mới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 không tách được (80,7–95,1%); tripwire tách được lớp syscall lạ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RQ5: RCA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Tấn công luôn trong top-3; top-1 phụ thuộc luật phá hoà (đang kiểm blind)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RQ6: chi phí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250–450 ns/syscall; 13–31% core/worker; request p50 +0,5–3%, p95 +3–8%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13816" y="3886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Giới hạn: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sự mới lạ ≠ ác ý; gánh 15× ngân sách; fixture tự viết, một cụm, một kernel; nhãn chưa review độc lập; chưa thử kẻ tấn công thích nghi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Hướng giảm gắn cờ binary vô hại (nghiên cứu 30/10)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051560"/>
            <a:ext cx="10881360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luận: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binary vô hại và tấn công là cùng một chương trình, cùng kubectl exec, cùng danh tính → mọi tín hiệu danh tính / ngữ cảnh tách bằng 0 (Falco drift: vô hại 21,0%, tấn công 19–21%)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hành vi sau khởi chạy tách được: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vô hại trung vị 25% cửa sổ dương, tấn công 96%</a:t>
            </a:r>
            <a:endParaRPr lang="en-US" sz="1500" dirty="0"/>
          </a:p>
          <a:p>
            <a:pPr lvl="1" marL="457200" indent="-228600">
              <a:spcAft>
                <a:spcPts val="800"/>
              </a:spcAft>
              <a:buSzPct val="100000"/>
              <a:buChar char="◦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Đếm theo đời process, tách pha khởi động / ổn định theo vị trí sau execve</a:t>
            </a:r>
            <a:endParaRPr lang="en-US" sz="1500" dirty="0"/>
          </a:p>
          <a:p>
            <a:pPr lvl="1" marL="457200" indent="-228600">
              <a:spcAft>
                <a:spcPts val="800"/>
              </a:spcAft>
              <a:buSzPct val="100000"/>
              <a:buChar char="◦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Khối ý đồ từ danh mục ngoài + errno (cần hook sys_exit); calibration riêng cho process do exec tạo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Lọc benign trigger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(probe exec): −54,0% case normal, mất 0/273 attack – chỉ giảm gánh, báo riêng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đầu tư: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drift, allow-list danh tính, luật bền tín hiệu (p95 6,45 s), GNN provenance, học bán giám sát trên 5 kịch bản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Văn liệu: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chưa nguồn nào đo báo nhầm trên process exec vô hại → số của Pulse là phép đo đầu tiên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 hoạch: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phân rã offline → protocol exec-intent-v1 → probe đếm theo process + errno → mở rộng đối chứng bằng lệnh quản trị thật → lượt live blind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120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Đang chạy và việc tiếp theo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051560"/>
          <a:ext cx="1088136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828800"/>
                <a:gridCol w="44805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Hạng mục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Hoàn thành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Còn lại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Hệ thống Pulse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~99%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Kết quả calibration tự làm mới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Đánh giá Pulse ML + hệ thống cuối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~97%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Kiểm blind luật phá hoà RCA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Dataset công khai (G3)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~87%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LID-DS v2, CB-DS, LID-DS 2019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Viết luận văn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~58%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Trang bìa, số mới, chỉnh văn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Luận văn tổng thể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~94%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13816" y="3081528"/>
            <a:ext cx="10881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30/10 ~18:30: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lượt calibration tự làm mới (so với calibration cố định trên cùng dữ liệu) + kiểm blind luật phá hoà RCA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Sáng 31/10: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LID-DS v2 (H1 recall ≥ 90% với báo nhầm ≤ 3%; H2 ≥ 95%) và xác nhận CB-DS; LID-DS 2019 tải khi không có lượt live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quyết định: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thông tin trang bìa; có làm exploit thật trên cụm (G2) cho bản paper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Tiến độ 23/10 – 30/10/2026</dc:title>
  <dc:subject>PptxGenJS Presentation</dc:subject>
  <dc:creator>Nguyễn Tuấn Đạt</dc:creator>
  <cp:lastModifiedBy>Nguyễn Tuấn Đạt</cp:lastModifiedBy>
  <cp:revision>1</cp:revision>
  <dcterms:created xsi:type="dcterms:W3CDTF">2026-10-29T18:42:11Z</dcterms:created>
  <dcterms:modified xsi:type="dcterms:W3CDTF">2026-10-29T18:42:11Z</dcterms:modified>
</cp:coreProperties>
</file>